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L_TASKWEAVER</a:t>
            </a:r>
          </a:p>
          <a:p>
            <a:r>
              <a:t>Tier: TIER_4_INFERENCE_AGENTS</a:t>
            </a:r>
          </a:p>
          <a:p>
            <a:r>
              <a:t>Identity: Upstream microsoft/TaskWeaver @ d44ddef23f90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microsoft/TaskWeaver |</a:t>
            </a:r>
          </a:p>
          <a:p>
            <a:r>
              <a:t>| Commit | d44ddef23f90059fb17999d3095db4240e98f955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7.06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L_TASKWEAVER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